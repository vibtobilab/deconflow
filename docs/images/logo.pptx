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217"/>
    <a:srgbClr val="0C0E17"/>
    <a:srgbClr val="0C0E1D"/>
    <a:srgbClr val="0C0E1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56"/>
  </p:normalViewPr>
  <p:slideViewPr>
    <p:cSldViewPr snapToGrid="0">
      <p:cViewPr varScale="1">
        <p:scale>
          <a:sx n="107" d="100"/>
          <a:sy n="107" d="100"/>
        </p:scale>
        <p:origin x="7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oardo Giuili" userId="7281f4df-3a81-4914-bca5-40c1f15b718d" providerId="ADAL" clId="{BC0A3834-8A4A-0944-B2E7-D56D2652829A}"/>
    <pc:docChg chg="undo custSel modSld">
      <pc:chgData name="Edoardo Giuili" userId="7281f4df-3a81-4914-bca5-40c1f15b718d" providerId="ADAL" clId="{BC0A3834-8A4A-0944-B2E7-D56D2652829A}" dt="2024-11-06T14:43:32.898" v="174" actId="207"/>
      <pc:docMkLst>
        <pc:docMk/>
      </pc:docMkLst>
      <pc:sldChg chg="modSp mod">
        <pc:chgData name="Edoardo Giuili" userId="7281f4df-3a81-4914-bca5-40c1f15b718d" providerId="ADAL" clId="{BC0A3834-8A4A-0944-B2E7-D56D2652829A}" dt="2024-11-06T14:43:32.898" v="174" actId="207"/>
        <pc:sldMkLst>
          <pc:docMk/>
          <pc:sldMk cId="1608165086" sldId="256"/>
        </pc:sldMkLst>
        <pc:spChg chg="mod">
          <ac:chgData name="Edoardo Giuili" userId="7281f4df-3a81-4914-bca5-40c1f15b718d" providerId="ADAL" clId="{BC0A3834-8A4A-0944-B2E7-D56D2652829A}" dt="2024-11-06T14:43:32.898" v="174" actId="207"/>
          <ac:spMkLst>
            <pc:docMk/>
            <pc:sldMk cId="1608165086" sldId="256"/>
            <ac:spMk id="8" creationId="{71F9D064-5CD5-4C97-1214-A4596599D2EB}"/>
          </ac:spMkLst>
        </pc:spChg>
        <pc:picChg chg="mod">
          <ac:chgData name="Edoardo Giuili" userId="7281f4df-3a81-4914-bca5-40c1f15b718d" providerId="ADAL" clId="{BC0A3834-8A4A-0944-B2E7-D56D2652829A}" dt="2024-11-06T14:43:22.603" v="172" actId="1036"/>
          <ac:picMkLst>
            <pc:docMk/>
            <pc:sldMk cId="1608165086" sldId="256"/>
            <ac:picMk id="7" creationId="{0D28DE7B-1281-E7CF-EA38-3796C05105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BA209-1EA1-E948-BB76-B5D4DD2F43E9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2D1D3-6EAE-444F-A806-D7C0035DCA6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11989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42D1D3-6EAE-444F-A806-D7C0035DCA67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589953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0FB0E-590E-2D24-E86A-B51716B5AB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C9BAE9-B51B-575F-77E2-549A20A906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D1315B-868C-9B8D-1877-3AA3DD00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7E64B9-1746-3D14-24C5-CD220C578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E8E723-78E8-8985-051E-2302281F2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141937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FECC0-09FE-6AC5-71A6-2E414785F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FD6F0-FCB8-3717-A3CB-54DCAAF7D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E2BCE-CC04-1B4C-5EB8-A69F18BAD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E3AB4-9810-4EB1-BADA-8BAEC1C32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D2F33-45F6-A1BF-C2FD-48CC3D5F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04924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A5B1-5D46-03B5-C5EE-9B34269AC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2A94A7-6211-5558-4829-8D955A5EAE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4114DC-D336-F8A6-964E-53CD169AA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51711-D5B8-07D6-CDBD-09C958885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D25BCC-684A-C996-1255-2AC403CBC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8115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A7228-AB10-FEDB-2671-85B34C253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9EF8DC-04BD-DA58-6A73-B2C9415FD1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409E06-DBB3-AB6B-59AA-85EB708BC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1B6E6-F9D2-9943-85A2-0A0AA1A0A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621261-5E56-5539-B2B7-6DAD70065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6ABDE0-0BFB-DEAB-899E-2E73F26CF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61163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027C5-A335-B763-A3BD-5F02699AC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7BA0BC-E5E9-C37C-6FC0-041D37FA9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96A662-2D3F-7460-8816-7ECB16B516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1D2770-48A1-6426-5B05-EF0CDD9D7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E620F0-592C-EB30-22BB-BA189994B2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19A769-81F1-CC07-FECA-62E572F2F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CEB709-5BC3-27FB-A5D7-82415278D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42F8DE-9533-BA2B-FB9B-4B55C2AEF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27717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E8CB1-7584-38D3-DC68-824921399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7779FB-DDA1-DF6A-FBCA-A381DA67B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915BEA-C261-F78B-D656-A0E1D60BF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5B6327-4EC0-82DA-A9DE-C85C6EC44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94481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1F8AD3-1CB0-61B1-C9F3-33DC7528E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B289E0-C497-3FAD-F7B3-56B493082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E31D8-97BC-816B-0407-AC82537A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32440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80082-BFF9-8514-4FAC-3FEB56963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21550-9612-FC78-B2E6-FB885BD8B0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7A1CC8-48CE-4FA9-F696-FA76F49BC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2299C3-51C8-B0A3-A349-F02E0BCE2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1060B-894B-E832-320E-7F45F099C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05C149-FB13-3C4F-6552-72FB19F56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65207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F984-FF3F-1212-5946-41467E78D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9CE0078-6392-7C16-8BD1-24BAD4EE16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AE053C-02B6-C16F-5D95-A17793736A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172B13-8D0B-5546-A075-D6C08FD7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4E23-4AA3-1CFB-C361-6ECF33FA1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FD497-49FE-89A3-C56B-93881607F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62463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56432-2119-86DD-81BA-9F85382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CB1297D-DF63-C465-8F96-A93D45E98B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719966-8876-A151-66D8-A6A430EE7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86E221-7DBC-AED7-47CD-4107062D8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9F7C72-FDFB-A545-DEF0-62ACAFCE1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288698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E58721-3511-4E6F-5B31-A24382436F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D1B07D-6A8D-3671-F121-C743BBE2B7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F34F9-9903-370C-959D-22D06FAB6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B778B-A1BE-D975-AC35-95B408CA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2FFBDA-5C0E-A26A-5C78-6335DE06A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2208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A6EAEA-8C14-4056-B2CE-8120C0CD7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A57959-57F7-45B8-1821-D311D2CC6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195E8-48B8-A8D7-14F5-02CE6B4F10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FB4C4B-0108-5E47-9F0F-75F84DCC7E8E}" type="datetimeFigureOut">
              <a:rPr lang="en-BE" smtClean="0"/>
              <a:t>06/11/2024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5961B-C182-45F3-188C-D671B60486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A5859D-047D-8E24-1891-1663BD6866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019796-B7EC-8E44-89FC-D5E8B3E035C2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29063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28DE7B-1281-E7CF-EA38-3796C05105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460" y="1214775"/>
            <a:ext cx="10197077" cy="568781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1F9D064-5CD5-4C97-1214-A4596599D2EB}"/>
              </a:ext>
            </a:extLst>
          </p:cNvPr>
          <p:cNvSpPr/>
          <p:nvPr/>
        </p:nvSpPr>
        <p:spPr>
          <a:xfrm>
            <a:off x="2416188" y="-201878"/>
            <a:ext cx="8232084" cy="4801314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</a:bodyPr>
          <a:lstStyle/>
          <a:p>
            <a:pPr rtl="0"/>
            <a:r>
              <a:rPr lang="en-GB" sz="12000" b="1" i="0" u="none" strike="noStrike" dirty="0" err="1">
                <a:solidFill>
                  <a:schemeClr val="bg1"/>
                </a:solidFill>
                <a:effectLst/>
                <a:latin typeface="Maven Pro"/>
              </a:rPr>
              <a:t>Deco</a:t>
            </a:r>
            <a:r>
              <a:rPr lang="en-GB" sz="12000" b="1" i="0" u="none" strike="noStrike" dirty="0" err="1">
                <a:solidFill>
                  <a:srgbClr val="24B064"/>
                </a:solidFill>
                <a:effectLst/>
                <a:latin typeface="Maven Pro"/>
              </a:rPr>
              <a:t>NF</a:t>
            </a:r>
            <a:r>
              <a:rPr lang="en-GB" sz="12000" b="1" dirty="0" err="1">
                <a:solidFill>
                  <a:schemeClr val="bg1"/>
                </a:solidFill>
                <a:latin typeface="Maven Pro"/>
              </a:rPr>
              <a:t>low</a:t>
            </a:r>
            <a:endParaRPr lang="en-GB" sz="12000" b="0" dirty="0">
              <a:solidFill>
                <a:schemeClr val="bg1"/>
              </a:solidFill>
              <a:effectLst/>
            </a:endParaRPr>
          </a:p>
          <a:p>
            <a:br>
              <a:rPr lang="en-GB" sz="9600" dirty="0"/>
            </a:br>
            <a:endParaRPr lang="en-BE" sz="90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6081650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3</Words>
  <Application>Microsoft Macintosh PowerPoint</Application>
  <PresentationFormat>Widescreen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Maven Pro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Edoardo Giuili</dc:creator>
  <cp:lastModifiedBy>Edoardo Giuili</cp:lastModifiedBy>
  <cp:revision>1</cp:revision>
  <dcterms:created xsi:type="dcterms:W3CDTF">2024-06-20T13:43:26Z</dcterms:created>
  <dcterms:modified xsi:type="dcterms:W3CDTF">2024-11-06T14:43:35Z</dcterms:modified>
</cp:coreProperties>
</file>