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217"/>
    <a:srgbClr val="0C0E17"/>
    <a:srgbClr val="0C0E1D"/>
    <a:srgbClr val="0C0E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BA209-1EA1-E948-BB76-B5D4DD2F43E9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2D1D3-6EAE-444F-A806-D7C0035DCA6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1198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2D1D3-6EAE-444F-A806-D7C0035DCA67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58995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FB0E-590E-2D24-E86A-B51716B5A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9BAE9-B51B-575F-77E2-549A20A90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1315B-868C-9B8D-1877-3AA3DD00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E64B9-1746-3D14-24C5-CD220C578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E723-78E8-8985-051E-2302281F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1419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ECC0-09FE-6AC5-71A6-2E414785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FD6F0-FCB8-3717-A3CB-54DCAAF7D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2BCE-CC04-1B4C-5EB8-A69F18BA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E3AB4-9810-4EB1-BADA-8BAEC1C3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D2F33-45F6-A1BF-C2FD-48CC3D5F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0492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A5B1-5D46-03B5-C5EE-9B34269A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A94A7-6211-5558-4829-8D955A5EA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114DC-D336-F8A6-964E-53CD169A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1711-D5B8-07D6-CDBD-09C95888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25BCC-684A-C996-1255-2AC403CB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8811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7228-AB10-FEDB-2671-85B34C25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F8DC-04BD-DA58-6A73-B2C9415FD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09E06-DBB3-AB6B-59AA-85EB708BC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B6E6-F9D2-9943-85A2-0A0AA1A0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21261-5E56-5539-B2B7-6DAD7006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ABDE0-0BFB-DEAB-899E-2E73F26C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6116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027C5-A335-B763-A3BD-5F02699A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BA0BC-E5E9-C37C-6FC0-041D37FA9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6A662-2D3F-7460-8816-7ECB16B51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D2770-48A1-6426-5B05-EF0CDD9D7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620F0-592C-EB30-22BB-BA189994B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9A769-81F1-CC07-FECA-62E572F2F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EB709-5BC3-27FB-A5D7-82415278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2F8DE-9533-BA2B-FB9B-4B55C2AE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2771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8CB1-7584-38D3-DC68-824921399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779FB-DDA1-DF6A-FBCA-A381DA67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15BEA-C261-F78B-D656-A0E1D60B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B6327-4EC0-82DA-A9DE-C85C6EC4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448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F8AD3-1CB0-61B1-C9F3-33DC7528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289E0-C497-3FAD-F7B3-56B49308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E31D8-97BC-816B-0407-AC82537A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244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0082-BFF9-8514-4FAC-3FEB5696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21550-9612-FC78-B2E6-FB885BD8B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A1CC8-48CE-4FA9-F696-FA76F49BC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299C3-51C8-B0A3-A349-F02E0BCE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1060B-894B-E832-320E-7F45F09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5C149-FB13-3C4F-6552-72FB19F5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520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F984-FF3F-1212-5946-41467E78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E0078-6392-7C16-8BD1-24BAD4EE1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E053C-02B6-C16F-5D95-A17793736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72B13-8D0B-5546-A075-D6C08FD7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E4E23-4AA3-1CFB-C361-6ECF33FA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FD497-49FE-89A3-C56B-93881607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246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6432-2119-86DD-81BA-9F853822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1297D-DF63-C465-8F96-A93D45E98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9966-8876-A151-66D8-A6A430EE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6E221-7DBC-AED7-47CD-4107062D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7C72-FDFB-A545-DEF0-62ACAFCE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886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58721-3511-4E6F-5B31-A24382436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1B07D-6A8D-3671-F121-C743BBE2B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F34F9-9903-370C-959D-22D06FAB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B778B-A1BE-D975-AC35-95B408CA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FFBDA-5C0E-A26A-5C78-6335DE06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20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A6EAEA-8C14-4056-B2CE-8120C0CD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57959-57F7-45B8-1821-D311D2CC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95E8-48B8-A8D7-14F5-02CE6B4F1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B4C4B-0108-5E47-9F0F-75F84DCC7E8E}" type="datetimeFigureOut">
              <a:rPr lang="en-BE" smtClean="0"/>
              <a:t>20/06/2024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5961B-C182-45F3-188C-D671B60486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5859D-047D-8E24-1891-1663BD686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19796-B7EC-8E44-89FC-D5E8B3E035C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2906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28DE7B-1281-E7CF-EA38-3796C0510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60" y="1024775"/>
            <a:ext cx="10197077" cy="56878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F9D064-5CD5-4C97-1214-A4596599D2EB}"/>
              </a:ext>
            </a:extLst>
          </p:cNvPr>
          <p:cNvSpPr/>
          <p:nvPr/>
        </p:nvSpPr>
        <p:spPr>
          <a:xfrm>
            <a:off x="318616" y="145407"/>
            <a:ext cx="11554766" cy="1477328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BE" sz="9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/>
                <a:latin typeface="Corbel" panose="020B0503020204020204" pitchFamily="34" charset="0"/>
              </a:rPr>
              <a:t>DNAmDeconv Pipeline</a:t>
            </a:r>
            <a:endParaRPr lang="en-BE" sz="90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8165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Corbel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Edoardo Giuili</dc:creator>
  <cp:lastModifiedBy>Edoardo Giuili</cp:lastModifiedBy>
  <cp:revision>1</cp:revision>
  <dcterms:created xsi:type="dcterms:W3CDTF">2024-06-20T13:43:26Z</dcterms:created>
  <dcterms:modified xsi:type="dcterms:W3CDTF">2024-06-20T15:40:28Z</dcterms:modified>
</cp:coreProperties>
</file>